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Montserrat"/>
              </a:defRPr>
            </a:pPr>
            <a:r>
              <a:t>CURSO: CREAR UN NEGOCIO DE CERO A IMPACTO Y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5F7"/>
                </a:solidFill>
                <a:latin typeface="Montserrat"/>
              </a:defRPr>
            </a:pPr>
            <a:r>
              <a:t>CAPITULO 1</a:t>
            </a:r>
            <a:br/>
            <a:r>
              <a:t>EMPRENDER CONSCIENTEMENTE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BECD"/>
                </a:solidFill>
                <a:latin typeface="Montserrat"/>
              </a:defRPr>
            </a:pPr>
            <a:r>
              <a:t>MÉTODO MODO LÍDER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LA DIFERENCIA CLAVE PODRÍA SER: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¿Qué diferencia a un emprendedor consciente de otro que no lo 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 rIns="320040"/>
          <a:lstStyle/>
          <a:p>
            <a:pPr algn="ctr">
              <a:defRPr sz="1300" b="1">
                <a:solidFill>
                  <a:srgbClr val="E94560"/>
                </a:solidFill>
                <a:latin typeface="Montserrat"/>
              </a:defRPr>
            </a:pPr>
            <a:r>
              <a:t>Un emprendedor no consciente pregunta:</a:t>
            </a:r>
            <a:br/>
          </a:p>
          <a:p>
            <a:pPr>
              <a:defRPr sz="1500" b="1">
                <a:solidFill>
                  <a:srgbClr val="1B1F2A"/>
                </a:solidFill>
                <a:latin typeface="Montserrat"/>
              </a:defRPr>
            </a:pPr>
            <a:r>
              <a:t>“¿Cómo logro que mi negocio funcione?”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 rIns="320040"/>
          <a:lstStyle/>
          <a:p>
            <a:pPr algn="ctr"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Un emprendedor consciente pregunta:</a:t>
            </a:r>
            <a:br/>
          </a:p>
          <a:p>
            <a:pPr>
              <a:defRPr sz="1400" b="1">
                <a:solidFill>
                  <a:srgbClr val="1B1F2A"/>
                </a:solidFill>
                <a:latin typeface="Montserrat"/>
              </a:defRPr>
            </a:pPr>
            <a:r>
              <a:t>“¿Qué negocio quiero construir y en quién me quiero convertir mientras lo construyo?”</a:t>
            </a:r>
          </a:p>
          <a:p>
            <a:br/>
            <a:pPr>
              <a:defRPr sz="1100">
                <a:solidFill>
                  <a:srgbClr val="1B1F2A"/>
                </a:solidFill>
                <a:latin typeface="Montserrat"/>
              </a:defRPr>
            </a:pPr>
            <a:r>
              <a:t>y luego se pregunta otras cosas, como con qué estilo de clientes me gustaría trabajar . ¿Cómo logro comunicarme con ellos? ¿Cómo conecto con sus intereses para crear conexión real? Para luego pensar, ¿qué cosas les gustan y les disgustan a mis clientes objetivos? ¿Qué odian, qué temen, que necesitan y de cuáles de sus necesidades voy a ocuparme de resolver?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CAPÍTULO 1 • EMPRENDER CONSCIENTEMENTE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🌱 La diferencia no está en el negocio, sino en la manera de pensar y de emprender tu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Un emprendedor consciente también quiere ganar dinero, crecer, vender y tener éxito. No renuncia a la ambición.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La diferencia es que no separa el éxito económico del impacto que genera, de sus valores y de la persona que está siendo.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1200">
                <a:solidFill>
                  <a:srgbClr val="1B1F2A"/>
                </a:solidFill>
                <a:latin typeface="Montserrat"/>
              </a:defRPr>
            </a:pPr>
            <a:r>
              <a:t>Por otro lado un emprendedor consciente sabe que para poder lograr lo que desea necesariamente necesita trascender sus miedos, desactivar sus limitaciones mentales y/o reconocer y resolver las heridas que bloquean su camino y limitaciones hacia su éxito.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05840" lIns="731520" rIns="731520"/>
          <a:lstStyle/>
          <a:p>
            <a:pPr algn="ctr">
              <a:defRPr sz="1200" b="1">
                <a:solidFill>
                  <a:srgbClr val="B4871E"/>
                </a:solidFill>
                <a:latin typeface="Montserrat"/>
              </a:defRPr>
            </a:pPr>
            <a:r>
              <a:t>PRINCIPIO FUNDAMENTAL</a:t>
            </a:r>
            <a:br/>
          </a:p>
          <a:p>
            <a:pPr algn="ctr">
              <a:defRPr sz="2200" b="1">
                <a:solidFill>
                  <a:srgbClr val="1B1F2A"/>
                </a:solidFill>
                <a:latin typeface="Montserrat"/>
              </a:defRPr>
            </a:pPr>
            <a:r>
              <a:t>“Ser un emprendedor consciente no significa emprender sin ambición. Significa tener ambición sin perderte a vos misma en el camino.”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CUADRO COMPARATIVO •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Emprendedor tradicional / no consciente vs. Emprendedor consciente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77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870"/>
                <a:gridCol w="5363870"/>
              </a:tblGrid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E94560"/>
                          </a:solidFill>
                          <a:latin typeface="Montserrat"/>
                        </a:defRPr>
                      </a:pPr>
                      <a:r>
                        <a:t>Emprendedor tradicional / no consciente</a:t>
                      </a:r>
                    </a:p>
                  </a:txBody>
                  <a:tcPr>
                    <a:solidFill>
                      <a:srgbClr val="FF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B4871E"/>
                          </a:solidFill>
                          <a:latin typeface="Montserrat"/>
                        </a:defRPr>
                      </a:pPr>
                      <a:r>
                        <a:t>Emprendedor consciente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Busca resultados rápidos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Construye relaciones y conexión hacia resultados sostenibles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Decide principalmente por dinero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Decide considerando propósito + impacto hacia el dinero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Vende lo que puede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Busca resolver problemas reales de los clientes que decidió atender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Compite permanentemente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Puede colaborar y crear redes desde el respeto, los límites y los acuerdos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Trabaja hasta agotarse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Aprende a gestionar su bienestar, su energía y recursos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CUADRO COMPARATIVO •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Emprendedor tradicional / no consciente vs. Emprendedor consciente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00200"/>
          <a:ext cx="107277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870"/>
                <a:gridCol w="5363870"/>
              </a:tblGrid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E94560"/>
                          </a:solidFill>
                          <a:latin typeface="Montserrat"/>
                        </a:defRPr>
                      </a:pPr>
                      <a:r>
                        <a:t>Emprendedor tradicional / no consciente</a:t>
                      </a:r>
                    </a:p>
                  </a:txBody>
                  <a:tcPr>
                    <a:solidFill>
                      <a:srgbClr val="FF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B4871E"/>
                          </a:solidFill>
                          <a:latin typeface="Montserrat"/>
                        </a:defRPr>
                      </a:pPr>
                      <a:r>
                        <a:t>Emprendedor consciente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Busca demostrar que puede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Busca construir algo que tenga sentido y que genere dinero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Se identifica con el resultado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Aprende del resultado y sigue mejorando o escalando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Tiene miedo de equivocarse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Usa el error como información y crecimiento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Entiende que puede crecer a cualquier costo porque así es como se gana dinero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Define qué costo no está dispuesto a pagar con sabiduría y en coherencia con sus valores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Pregunta “¿cuánto gano?”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1F2A"/>
                          </a:solidFill>
                          <a:latin typeface="Montserrat"/>
                        </a:defRPr>
                      </a:pPr>
                      <a:r>
                        <a:t>Pregunta “¿Qué genero y qué construyo y cuánto gano?”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LES PREGUNTARÍA: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🔥 Y después haría una pregunta incómoda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8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 rIns="365760"/>
          <a:lstStyle/>
          <a:p>
            <a:pPr algn="ctr">
              <a:defRPr sz="1350" b="1">
                <a:solidFill>
                  <a:srgbClr val="1B1F2A"/>
                </a:solidFill>
                <a:latin typeface="Montserrat"/>
              </a:defRPr>
            </a:pPr>
            <a:r>
              <a:t>¿Qué estás dispuesta a hacer para que tu emprendimiento tenga éxito?</a:t>
            </a:r>
          </a:p>
          <a:p>
            <a:pPr>
              <a:defRPr sz="1150">
                <a:solidFill>
                  <a:srgbClr val="5A6473"/>
                </a:solidFill>
                <a:latin typeface="Montserrat"/>
              </a:defRPr>
            </a:pPr>
            <a:r>
              <a:t>Aquí es donde se crea la mentalidad que necesitás para llegar lejos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 rIns="365760"/>
          <a:lstStyle/>
          <a:p>
            <a:pPr algn="ctr">
              <a:defRPr sz="1350" b="1">
                <a:solidFill>
                  <a:srgbClr val="1B1F2A"/>
                </a:solidFill>
                <a:latin typeface="Montserrat"/>
              </a:defRPr>
            </a:pPr>
            <a:r>
              <a:t>“¿Y qué NO estás dispuesta a hacer?”</a:t>
            </a:r>
          </a:p>
          <a:p>
            <a:pPr>
              <a:defRPr sz="1150">
                <a:solidFill>
                  <a:srgbClr val="5A6473"/>
                </a:solidFill>
                <a:latin typeface="Montserrat"/>
              </a:defRPr>
            </a:pPr>
            <a:r>
              <a:t>Aquí es donde aparecen tus valores, tus límites, tus criterios de decisión básicos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 rIns="365760"/>
          <a:lstStyle/>
          <a:p>
            <a:pPr algn="ctr">
              <a:defRPr sz="1350" b="1">
                <a:solidFill>
                  <a:srgbClr val="1B1F2A"/>
                </a:solidFill>
                <a:latin typeface="Montserrat"/>
              </a:defRPr>
            </a:pPr>
            <a:r>
              <a:t>¿Cuánto necesitás cobrar por tus productos y/o servicios para que tu propia economía + tu negocio funcione?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F37"/>
                </a:solidFill>
                <a:latin typeface="Montserrat"/>
              </a:defRPr>
            </a:pPr>
            <a:r>
              <a:t>LA FÓRMULA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Montserrat"/>
              </a:defRPr>
            </a:pPr>
            <a:r>
              <a:t>EMPRENDER CONSCIENTEMENTE = PROPÓSITO + IDENTIDAD + MENTALIDAD + ACCIÓN CON ESTRATEGIA = IMPACTO + DINERO QUE FLUYE HACIA TU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Propósito: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¿para qué?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Identidad: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¿quién soy y qué quiero construir?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Mentalidad: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¿qué necesito transformar?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Acción: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¿qué hago?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Estrategia: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¿cómo lo hago inteligentemente?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834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Impacto: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¿qué genero?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77640"/>
            <a:ext cx="5212080" cy="960120"/>
          </a:xfrm>
          <a:prstGeom prst="roundRect">
            <a:avLst/>
          </a:prstGeom>
          <a:solidFill>
            <a:srgbClr val="161A25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300" b="1">
                <a:solidFill>
                  <a:srgbClr val="D4AF37"/>
                </a:solidFill>
                <a:latin typeface="Montserrat"/>
              </a:defRPr>
            </a:pPr>
            <a:r>
              <a:t>• Dinero: </a:t>
            </a:r>
            <a:r>
              <a:rPr sz="1200" b="0">
                <a:solidFill>
                  <a:srgbClr val="F5F5F7"/>
                </a:solidFill>
                <a:latin typeface="Montserrat"/>
              </a:rPr>
              <a:t>¿cómo genero dinero para que mi sustento personal sea sostenible?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4871E"/>
                </a:solidFill>
                <a:latin typeface="Montserrat"/>
              </a:defRPr>
            </a:pPr>
            <a:r>
              <a:t>CAPÍTULO 1 • EMPRENDER CONSCIENTEMENTE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Conciencia Empresarial &amp; Marca Personal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250">
                <a:solidFill>
                  <a:srgbClr val="1B1F2A"/>
                </a:solidFill>
                <a:latin typeface="Montserrat"/>
              </a:defRPr>
            </a:pPr>
            <a:r>
              <a:t>Un emprendedor consciente sabe quién es, tiene una dirección (propósito) y cada día toma decisiones y acciona en función de sus valores y transformando su mentalidad hacia  lo que necesita hacer para llegar un día a la vez hacia crear y sostener un negocio de impacto que le permita vivir con el estilo de vida que desea.</a:t>
            </a:r>
          </a:p>
          <a:p>
            <a:br/>
            <a:pPr>
              <a:defRPr sz="1250">
                <a:solidFill>
                  <a:srgbClr val="1B1F2A"/>
                </a:solidFill>
                <a:latin typeface="Montserrat"/>
              </a:defRPr>
            </a:pPr>
            <a:r>
              <a:t>La conciencia empresarial es aprender a tomar mejores decisiones con los elementos que se tienen disponibles pero sin perder de vista los valores los limites la conexion con el cliente y lo que deseo para mi y mi negocio.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FEF9EB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 rIns="365760"/>
          <a:lstStyle/>
          <a:p>
            <a:pPr algn="ctr">
              <a:defRPr sz="1400" b="1">
                <a:solidFill>
                  <a:srgbClr val="B4871E"/>
                </a:solidFill>
                <a:latin typeface="Montserrat"/>
              </a:defRPr>
            </a:pPr>
            <a:r>
              <a:t>Estas decisiones puestas en acción a diario crean una</a:t>
            </a:r>
            <a:br/>
            <a:r>
              <a:t>MARCA PERSONAL QUE SE ENTIENDE Y FUNCIONA PARA GENERAR DINERO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61A2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731520" rIns="731520"/>
          <a:lstStyle/>
          <a:p>
            <a:pPr algn="ctr">
              <a:defRPr sz="1200" b="1">
                <a:solidFill>
                  <a:srgbClr val="D4AF37"/>
                </a:solidFill>
                <a:latin typeface="Montserrat"/>
              </a:defRPr>
            </a:pPr>
            <a:r>
              <a:t>EL ENFOQUE DEL CURSO</a:t>
            </a:r>
            <a:br/>
          </a:p>
          <a:p>
            <a:pPr algn="ctr">
              <a:defRPr sz="1650" b="1">
                <a:solidFill>
                  <a:srgbClr val="F5F5F7"/>
                </a:solidFill>
                <a:latin typeface="Montserrat"/>
              </a:defRPr>
            </a:pPr>
            <a:r>
              <a:t>“Vamos a aprender a construir un negocio sin desconectarnos de nosotras mismas, pero tampoco vamos a romantizarlo porque emprender es crear un negocio que genere renta que te sustente a vos y tu estilo de vida . Vamos a hablar de propósito, dinero, ventas, de mentalidad y autoliderazgo, pero también de estrategias claves y acción consciente para generar negocios con valor de marca e impacto real que atrae dinero.”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